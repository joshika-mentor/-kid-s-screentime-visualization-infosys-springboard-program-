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oboto"/>
      <p:regular r:id="rId19"/>
      <p:bold r:id="rId20"/>
      <p:italic r:id="rId21"/>
      <p:boldItalic r:id="rId22"/>
    </p:embeddedFont>
    <p:embeddedFont>
      <p:font typeface="Source Code Pro"/>
      <p:regular r:id="rId23"/>
      <p:bold r:id="rId24"/>
      <p:italic r:id="rId25"/>
      <p:boldItalic r:id="rId26"/>
    </p:embeddedFont>
    <p:embeddedFont>
      <p:font typeface="Oswald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SourceCodePro-bold.fntdata"/><Relationship Id="rId23" Type="http://schemas.openxmlformats.org/officeDocument/2006/relationships/font" Target="fonts/SourceCodePr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SourceCodePro-boldItalic.fntdata"/><Relationship Id="rId25" Type="http://schemas.openxmlformats.org/officeDocument/2006/relationships/font" Target="fonts/SourceCodePro-italic.fntdata"/><Relationship Id="rId28" Type="http://schemas.openxmlformats.org/officeDocument/2006/relationships/font" Target="fonts/Oswald-bold.fntdata"/><Relationship Id="rId27" Type="http://schemas.openxmlformats.org/officeDocument/2006/relationships/font" Target="fonts/Oswa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oboto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13df9ce3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13df9ce3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13df9ce3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13df9ce3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13df9ce3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13df9ce3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13df9ce3c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13df9ce3c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13df9ce3c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13df9ce3c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13df9ce3c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13df9ce3c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13df9ce3c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13df9ce3c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13df9ce3c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13df9ce3c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13df9ce3c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a13df9ce3c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13df9ce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13df9ce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13df9ce3c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a13df9ce3c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13df9ce3c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13df9ce3c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Google Shape;20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34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35" name="Google Shape;35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GB" sz="4000">
                <a:latin typeface="Roboto"/>
                <a:ea typeface="Roboto"/>
                <a:cs typeface="Roboto"/>
                <a:sym typeface="Roboto"/>
              </a:rPr>
              <a:t>Screen Time Analysis and Visualization Using Power BI</a:t>
            </a:r>
            <a:endParaRPr sz="4000"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11700" y="3371675"/>
            <a:ext cx="8520600" cy="153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Name :</a:t>
            </a:r>
            <a:r>
              <a:rPr lang="en-GB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M Mohammed Salman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College :</a:t>
            </a:r>
            <a:r>
              <a:rPr lang="en-GB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B S Abdur Rahman Crescent Institute of Science and Technology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Department :</a:t>
            </a:r>
            <a:r>
              <a:rPr lang="en-GB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B.Tech Artificial Intelligence and Data Science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Year :</a:t>
            </a:r>
            <a:r>
              <a:rPr lang="en-GB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4 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Semester :</a:t>
            </a:r>
            <a:r>
              <a:rPr lang="en-GB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7</a:t>
            </a:r>
            <a:endParaRPr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-GB" sz="1700">
                <a:latin typeface="Roboto"/>
                <a:ea typeface="Roboto"/>
                <a:cs typeface="Roboto"/>
                <a:sym typeface="Roboto"/>
              </a:rPr>
              <a:t>Problem Statement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Screen time among young people is rising rapidly due to the widespread use of digital devices for education, entertainment, and communication.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Excessive or poorly managed screen usage is linked to health risks (like poor sleep, eye strain, and anxiety), but data-driven insights on device-wise, age-wise, and gender-wise patterns are often missing.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project aims to provide detailed analytical dashboards highlighting these patterns to support better awareness and targeted interventions.</a:t>
            </a:r>
            <a:endParaRPr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-GB" sz="1700">
                <a:latin typeface="Roboto"/>
                <a:ea typeface="Roboto"/>
                <a:cs typeface="Roboto"/>
                <a:sym typeface="Roboto"/>
              </a:rPr>
              <a:t> Objectives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-GB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 explore the distribution of screen time across age, gender, location, and device types.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-GB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 identify key factors (device, age group, location) associated with high or risky screen time usage.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-GB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 visualize health impacts correlated with screen habits.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-GB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 produce actionable dashboards and extract insights for parents, educators, and policymakers.</a:t>
            </a: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-GB" sz="1700">
                <a:latin typeface="Roboto"/>
                <a:ea typeface="Roboto"/>
                <a:cs typeface="Roboto"/>
                <a:sym typeface="Roboto"/>
              </a:rPr>
              <a:t>Methodology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b="1" lang="en-GB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 Acquisition: </a:t>
            </a:r>
            <a:r>
              <a:rPr lang="en-GB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Collected raw dataset (“</a:t>
            </a:r>
            <a:r>
              <a:rPr lang="en-GB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indian-kids-screentime-2025</a:t>
            </a:r>
            <a:r>
              <a:rPr lang="en-GB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.csv”) containing participant demographics, screen time usage, device preferences, and health impacts.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b="1" lang="en-GB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 Cleaning &amp; Engineering: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-GB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Cleaned and standardized categorical/numeric fields, handled duplicates and missing data in Power Query.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-GB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Created new features (e.g., screen time bins, exceeded recommendations).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b="1" lang="en-GB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Visualization &amp; Analysis: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-GB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Used Power BI, added multiple dashboards with bar/pie/line/matrix charts.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-GB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Applied dynamic theming (light/dark) using a color mapping table and DAX.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-GB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Created interactive slicers for age, gender, device, and location.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9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-GB" sz="2000">
                <a:latin typeface="Roboto"/>
                <a:ea typeface="Roboto"/>
                <a:cs typeface="Roboto"/>
                <a:sym typeface="Roboto"/>
              </a:rPr>
              <a:t>Results / Outputs - </a:t>
            </a:r>
            <a:r>
              <a:rPr b="1" lang="en-GB" sz="2000">
                <a:latin typeface="Roboto"/>
                <a:ea typeface="Roboto"/>
                <a:cs typeface="Roboto"/>
                <a:sym typeface="Roboto"/>
              </a:rPr>
              <a:t>User Overview Dashboard</a:t>
            </a:r>
            <a:endParaRPr b="1" sz="20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8026" y="1341600"/>
            <a:ext cx="6225627" cy="3507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-GB" sz="2000">
                <a:latin typeface="Roboto"/>
                <a:ea typeface="Roboto"/>
                <a:cs typeface="Roboto"/>
                <a:sym typeface="Roboto"/>
              </a:rPr>
              <a:t>Results / Outputs - </a:t>
            </a:r>
            <a:r>
              <a:rPr b="1" lang="en-GB" sz="2000">
                <a:latin typeface="Roboto"/>
                <a:ea typeface="Roboto"/>
                <a:cs typeface="Roboto"/>
                <a:sym typeface="Roboto"/>
              </a:rPr>
              <a:t>Screen Time Behavior Dashboard</a:t>
            </a:r>
            <a:endParaRPr b="1" sz="2000"/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5125" y="1393075"/>
            <a:ext cx="6287326" cy="353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-GB" sz="2000">
                <a:latin typeface="Roboto"/>
                <a:ea typeface="Roboto"/>
                <a:cs typeface="Roboto"/>
                <a:sym typeface="Roboto"/>
              </a:rPr>
              <a:t>Results / Outputs - Health &amp; Impact Dashboard</a:t>
            </a:r>
            <a:endParaRPr sz="2000"/>
          </a:p>
        </p:txBody>
      </p:sp>
      <p:pic>
        <p:nvPicPr>
          <p:cNvPr id="99" name="Google Shape;9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3600" y="1458400"/>
            <a:ext cx="6306874" cy="3555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-GB" sz="2000">
                <a:latin typeface="Roboto"/>
                <a:ea typeface="Roboto"/>
                <a:cs typeface="Roboto"/>
                <a:sym typeface="Roboto"/>
              </a:rPr>
              <a:t>Results / Outputs - Trend &amp; Comparative Dashboard</a:t>
            </a:r>
            <a:endParaRPr sz="2000"/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2475" y="1445250"/>
            <a:ext cx="5950926" cy="334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-GB" sz="1700">
                <a:latin typeface="Roboto"/>
                <a:ea typeface="Roboto"/>
                <a:cs typeface="Roboto"/>
                <a:sym typeface="Roboto"/>
              </a:rPr>
              <a:t>Conclusion</a:t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-GB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Device type, age, and location significantly shape screen habits.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-GB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Majority of users, especially older teens, exceed recommended screen time—often on smartphones.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-GB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Health impacts (notably sleep and vision issues) frequently coincide with high mobile usage.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-GB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interactive dashboards empower parents/educators to pinpoint risks and tailor interventions.</a:t>
            </a:r>
            <a:endParaRPr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-GB" sz="1700">
                <a:latin typeface="Roboto"/>
                <a:ea typeface="Roboto"/>
                <a:cs typeface="Roboto"/>
                <a:sym typeface="Roboto"/>
              </a:rPr>
              <a:t>Future Scope</a:t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-GB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Expand analysis to include app-level usage, content types, and time-of-day patterns.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-GB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Integrate longitudinal tracking to assess the effects of screen time reduction initiatives.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-GB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Collaborate with schools/parents for intervention pilots and feedback loops.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-GB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Extend dashboard interactivity and accessibility for broader stakeholders.</a:t>
            </a:r>
            <a:endParaRPr sz="1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445025"/>
            <a:ext cx="35235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-GB" sz="1700">
                <a:latin typeface="Roboto"/>
                <a:ea typeface="Roboto"/>
                <a:cs typeface="Roboto"/>
                <a:sym typeface="Roboto"/>
              </a:rPr>
              <a:t> References</a:t>
            </a:r>
            <a:endParaRPr/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378975" y="1436550"/>
            <a:ext cx="82932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-GB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Dataset: https://www.kaggle.com/datasets/ankushpanday2/indian-kids-screentime-2025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-GB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Microsoft Power BI Documentation</a:t>
            </a:r>
            <a:endParaRPr sz="1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-GB" sz="1700">
                <a:latin typeface="Roboto"/>
                <a:ea typeface="Roboto"/>
                <a:cs typeface="Roboto"/>
                <a:sym typeface="Roboto"/>
              </a:rPr>
              <a:t>Acknowledgment</a:t>
            </a:r>
            <a:endParaRPr/>
          </a:p>
        </p:txBody>
      </p:sp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-GB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Thanks to mentors, project supervisors, and fellow contributors.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-GB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 donors/participants whose inputs made this analysis possible.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-GB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Appreciation for guidance and learning resources from Power BI forums and documentation.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